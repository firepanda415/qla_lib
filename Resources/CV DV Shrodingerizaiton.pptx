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-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17A3-4477-3D8A-E540-0666D7DBD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A0C10-0156-485B-4F22-D57431E23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247F4-0B0F-ECCC-080F-AEB389EC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992B1-E604-04EA-065F-DC58E4CF6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06B04-33EB-5BB7-2755-A2400070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1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1A25-C659-819C-CD3F-B905506C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6E252-1AF6-F696-A68F-9D92F99A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3B044-FC73-DA18-9188-14CE9248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4A08-C154-FDC5-F98F-85577C31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A530-987F-67A0-B998-1DE34A0E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1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1DE2-3DAB-850A-93EC-5E6AD6D7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A77EE-229A-258F-0A49-26598A11C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1CF2F-1EE5-15D0-39A4-2A6F5C47E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300A-2D91-8D5B-810D-8A970FC3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D726B-1771-033B-26C0-43F3C8EB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6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0BF3-6730-CB9C-9371-6EA36B02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D419-5062-99B0-D5E6-D2E1986E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5A881-563A-AAA7-C40B-9BBDC3908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B0F7D-DD24-1858-EA9A-23402B90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339A9-5CA3-62FF-E747-9651079E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54FB5-3A79-C7F3-8A43-5440E2FB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9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4267-B5E1-E70A-BBD8-E47C8BBE1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74BCC-D93B-1DBA-09B7-55FEB3118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9950D-D9BA-F358-47D1-27360067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29B59-4841-08FD-B99E-15D0D48AB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FC892-EE6F-10D1-063F-14AFDB785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95277-F29A-EEC0-52CA-42174DDF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6912A-8B9A-4952-438C-FA66DA2E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DF6527-0914-B910-8471-BBADEFCB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1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41D9-2855-215B-0084-392425AB3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DF732-AA77-5E07-442C-E6E2E2806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10B2E-7364-E4B4-43D6-B0141EB0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AC09B-F906-A020-D0B5-C652BE67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4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1F42D3-3F97-BD6B-A8FB-4D7FB338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79661-0BF2-0898-6549-03F31959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F65B3-7B0E-FECE-3204-FA5ED38B2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5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354A-C1B6-C462-4BF1-4A43B3A8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012C8-A31F-F934-1E27-1B2B99682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675D3-AF95-158E-A1AE-AD366BFAF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9088B-0B74-5B3A-E162-3C146FFF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476D3-15A2-E338-38F1-3D9A9833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4925A-7A71-6428-DCC5-E2DB9DD3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2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EA11-4BD7-D493-9011-39442B4B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B2B3C-2458-0E8B-341E-6534EC5B0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A22CB-ED1C-23FA-9804-46045FFFB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A26DD-7949-5059-F2AA-53235FE9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A897A-89C5-869B-3AD7-C437CC14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2AC77-84A1-1B4D-A017-50FB464A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14B0-AB4A-5F01-143F-381FBA02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905F8-CF57-E648-F8CE-1BEE2E6C1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C1E1B-BDE0-B1D5-F0E2-92AA32B7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53012-A623-5673-E1AE-3231626F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E9CD2-B7D3-A05C-F9F3-C0B6F7D3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8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C173C-3297-BEF6-AF7A-131C07982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1CFBC-E06C-0849-0C23-293C8A37D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3671D-ACCB-535A-9B4B-B4603A8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3649A-CF15-1A7E-E1BB-582B24D5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481F6-8F31-E133-FB68-228EAA41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6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5FB68-3FB5-13B1-3583-DBD4BE84C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14E9A-B6D9-663E-ECB5-EBC127BB6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765FF-B6DB-F77C-0AB7-D6A7F1013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C8E3B-091E-A641-B95E-9D994C7AD13D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4036-AFE9-89D1-14B7-7330BA640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5227-3249-A7F9-69B1-D3626133B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1D68D-2CAC-A34E-B480-18C690D1C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2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iopscience.iop.org/article/10.1088/2058-9565/ad49cf/pdf" TargetMode="External"/><Relationship Id="rId3" Type="http://schemas.openxmlformats.org/officeDocument/2006/relationships/hyperlink" Target="https://arxiv.org/pdf/2402.14696" TargetMode="External"/><Relationship Id="rId7" Type="http://schemas.openxmlformats.org/officeDocument/2006/relationships/hyperlink" Target="https://journals.aps.org/prl/pdf/10.1103/PhysRevLett.133.230602" TargetMode="External"/><Relationship Id="rId2" Type="http://schemas.openxmlformats.org/officeDocument/2006/relationships/hyperlink" Target="https://www.esaim-m2an.org/articles/m2an/pdf/2024/05/m2an230235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505.00370" TargetMode="External"/><Relationship Id="rId5" Type="http://schemas.openxmlformats.org/officeDocument/2006/relationships/hyperlink" Target="https://arxiv.org/pdf/2505.04304" TargetMode="External"/><Relationship Id="rId4" Type="http://schemas.openxmlformats.org/officeDocument/2006/relationships/hyperlink" Target="https://quantum-journal.org/papers/q-2024-12-12-1563/pd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2316DE-5D96-F34B-044F-994C2E407C7D}"/>
              </a:ext>
            </a:extLst>
          </p:cNvPr>
          <p:cNvSpPr txBox="1"/>
          <p:nvPr/>
        </p:nvSpPr>
        <p:spPr>
          <a:xfrm>
            <a:off x="609600" y="536028"/>
            <a:ext cx="1025809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2024 (</a:t>
            </a:r>
            <a:r>
              <a:rPr lang="en-US" altLang="zh-CN" dirty="0" err="1"/>
              <a:t>ArXiv</a:t>
            </a:r>
            <a:r>
              <a:rPr lang="en-US" altLang="zh-CN" dirty="0"/>
              <a:t> 2023 Aug)</a:t>
            </a:r>
            <a:r>
              <a:rPr lang="zh-CN" altLang="en-US" dirty="0"/>
              <a:t>，</a:t>
            </a:r>
            <a:r>
              <a:rPr lang="en-US" dirty="0">
                <a:hlinkClick r:id="rId2"/>
              </a:rPr>
              <a:t>Quantum simulation of Maxwell's equations via Schrödingerisation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 </a:t>
            </a:r>
            <a:r>
              <a:rPr lang="en-US" altLang="zh-CN" dirty="0"/>
              <a:t>See (3,8), how LCHS and </a:t>
            </a:r>
            <a:r>
              <a:rPr lang="en-US" altLang="zh-CN" dirty="0" err="1"/>
              <a:t>Shrodingerization</a:t>
            </a:r>
            <a:r>
              <a:rPr lang="en-US" altLang="zh-CN" dirty="0"/>
              <a:t>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2025 (</a:t>
            </a:r>
            <a:r>
              <a:rPr lang="en-US" dirty="0" err="1"/>
              <a:t>ArXiv</a:t>
            </a:r>
            <a:r>
              <a:rPr lang="en-US" dirty="0"/>
              <a:t> 2024 April), </a:t>
            </a:r>
            <a:r>
              <a:rPr lang="en-US" dirty="0">
                <a:hlinkClick r:id="rId3"/>
              </a:rPr>
              <a:t>On Schrödingerization-Based Quantum Algorithms for Linear Dynamical Systems with Inhomogeneous Terms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Comparasion</a:t>
            </a:r>
            <a:r>
              <a:rPr lang="en-US" dirty="0"/>
              <a:t> between LCHS and </a:t>
            </a:r>
            <a:r>
              <a:rPr lang="en-US" dirty="0" err="1"/>
              <a:t>Shrodingerization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2024 (ArXiv 2024 May) </a:t>
            </a:r>
            <a:r>
              <a:rPr lang="en-US" dirty="0">
                <a:hlinkClick r:id="rId4"/>
              </a:rPr>
              <a:t>Quantum circuits for partial differential equations via Schr ̈odingerisation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Quantum circuit implementation, like operator for finite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ArXiv</a:t>
            </a:r>
            <a:r>
              <a:rPr lang="en-US" dirty="0"/>
              <a:t> 2025 May, </a:t>
            </a:r>
            <a:r>
              <a:rPr lang="en-US" b="1" dirty="0">
                <a:hlinkClick r:id="rId5"/>
              </a:rPr>
              <a:t>Quantum Circuits for the Black-Scholes equations via Schrödingerisation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Quantum circuit implementation, still use </a:t>
            </a:r>
            <a:r>
              <a:rPr lang="en-US" dirty="0" err="1"/>
              <a:t>trotterization</a:t>
            </a:r>
            <a:r>
              <a:rPr lang="en-US" dirty="0"/>
              <a:t> in the implementation of e^{-</a:t>
            </a:r>
            <a:r>
              <a:rPr lang="en-US" dirty="0" err="1"/>
              <a:t>iHt</a:t>
            </a:r>
            <a:r>
              <a:rPr lang="en-US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ArXiv</a:t>
            </a:r>
            <a:r>
              <a:rPr lang="en-US" dirty="0"/>
              <a:t> 2025 May, </a:t>
            </a:r>
            <a:r>
              <a:rPr lang="en-US" dirty="0">
                <a:hlinkClick r:id="rId6"/>
              </a:rPr>
              <a:t>On the </a:t>
            </a:r>
            <a:r>
              <a:rPr lang="en-US" dirty="0" err="1">
                <a:hlinkClick r:id="rId6"/>
              </a:rPr>
              <a:t>Schrödingerization</a:t>
            </a:r>
            <a:r>
              <a:rPr lang="en-US" dirty="0">
                <a:hlinkClick r:id="rId6"/>
              </a:rPr>
              <a:t> method for linear non-unitary dynamics with optimal dependence on matrix queries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Better </a:t>
            </a:r>
            <a:r>
              <a:rPr lang="en-US" dirty="0" err="1"/>
              <a:t>dependecy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2024 (</a:t>
            </a:r>
            <a:r>
              <a:rPr lang="en-US" dirty="0" err="1"/>
              <a:t>ArXiv</a:t>
            </a:r>
            <a:r>
              <a:rPr lang="en-US" dirty="0"/>
              <a:t> 2022 Dec), </a:t>
            </a:r>
            <a:r>
              <a:rPr lang="en-US" dirty="0">
                <a:hlinkClick r:id="rId7"/>
              </a:rPr>
              <a:t>Quantum Simulation of Partial Differential Equations via Schrödingerization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</a:t>
            </a:r>
            <a:endParaRPr lang="en-US" dirty="0">
              <a:hlinkClick r:id="rId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Analog quantum simulation of partial differential equations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8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145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muqing.zheng@pnnl.gov</dc:creator>
  <cp:lastModifiedBy>muqing.zheng@pnnl.gov</cp:lastModifiedBy>
  <cp:revision>1</cp:revision>
  <dcterms:created xsi:type="dcterms:W3CDTF">2025-08-29T20:01:56Z</dcterms:created>
  <dcterms:modified xsi:type="dcterms:W3CDTF">2025-08-29T23:50:37Z</dcterms:modified>
</cp:coreProperties>
</file>